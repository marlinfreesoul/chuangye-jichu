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10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海韵智耕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DD7EE"/>
                </a:solidFill>
              </a:rPr>
              <a:t>AI智慧渔农共生项目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D7D31"/>
                </a:solidFill>
              </a:rPr>
              <a:t>用科技守护每一片虾塘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40480"/>
            <a:ext cx="2743200" cy="11887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AI智慧养殖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水质预警·病害预测·精准投饵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840480"/>
            <a:ext cx="2743200" cy="11887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盐碱地农业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耐盐作物·土地增效·生态循环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40480"/>
            <a:ext cx="2743200" cy="11887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副产物加工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壳聚糖·甲壳素·高值转化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广东海洋大学 × 华南农业大学 联合创业团队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60秒讲完核心亮点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52000"/>
            <a:ext cx="365760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痛点一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6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养殖存活率仅82%
每年损失超1200元/亩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52000"/>
            <a:ext cx="365760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18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痛点二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36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夜间翻塘频发
养殖户夜不能寐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52000"/>
            <a:ext cx="365760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18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痛点三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36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副产物（虾壳）
每年浪费超亿元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872000"/>
            <a:ext cx="3657600" cy="1371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90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解决方案一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08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AI水质预警系统
提前12小时预警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872000"/>
            <a:ext cx="3657600" cy="1371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90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解决方案二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08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自动增氧控制
夜间无人值守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72000"/>
            <a:ext cx="3657600" cy="1371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0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解决方案三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088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三位一体闭环
副产物高值转化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</a:rPr>
              <a:t>融资需求：300万天使轮 | 估值：1500万 | 目标市场：广东85亿智慧水产养殖蓝海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养殖户最真实的三大困境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0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0000"/>
                </a:solidFill>
              </a:rPr>
              <a:t>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0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</a:rPr>
              <a:t>平均对虾死亡率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0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其中30%由水质恶化引起
可预防损失约1200元/亩/年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60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0000"/>
                </a:solidFill>
              </a:rPr>
              <a:t>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00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</a:rPr>
              <a:t>饵料成本占比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80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投喂不精准导致10-15%
饵料浪费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600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3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0000"/>
                </a:solidFill>
              </a:rPr>
              <a:t>48岁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00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</a:rPr>
              <a:t>从业者平均年龄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80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老龄化严重
年轻人不愿接班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三位一体智慧渔农系统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52000"/>
            <a:ext cx="3474720" cy="4114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24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🌊 AI智慧养殖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40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IoT传感器
边缘计算网关
AI预警模型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降低死亡率
15-20%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52000"/>
            <a:ext cx="3474720" cy="4114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224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🌱 盐碱地农业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440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耐盐作物选育
土壤改良
生态种植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亩产收益
提升30%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52000"/>
            <a:ext cx="3474720" cy="4114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24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🔄 副产物加工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440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虾壳→壳聚糖
蟹壳→甲壳素
鱼内脏→宠粮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68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毛利率
50-70%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AI智慧渔农系统核心功能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80000"/>
            <a:ext cx="4572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2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71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24小时水质监测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37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每5分钟上报数据
AI预测未来2-6小时水质趋势
提前预警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080000"/>
            <a:ext cx="4572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72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171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病害早知道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537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基于虾群行为异常分析
提前24-48小时预警疾病风险
准确率 &gt; 85%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080000"/>
            <a:ext cx="4572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72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171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智能投饵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537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根据水温、虾重、溶氧
计算最优投饵量
减少饵料浪费20%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9168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91680"/>
            <a:ext cx="4572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3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18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自动增氧控制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48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溶氧低于阈值自动启动增氧机
夜间无需人工巡塘
养殖户安心入睡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09168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091680"/>
            <a:ext cx="4572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73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18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溯源数据链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548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养殖全程数据上链
生成"数字护照"
提升品牌溢价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TAM → SAM → SOM 三层漏斗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457200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TAM 潜在市场总量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250亿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广东+广西+福建+海南
四省智慧水产养殖全市场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371600"/>
            <a:ext cx="5029200" cy="182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SAM 可服务市场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85亿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广东核心5城
智慧化意愿强的规模化养殖场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"/>
            <a:ext cx="5486400" cy="1828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SOM 可获得市场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1.2亿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3年目标：500付费客户
覆盖约5万亩养殖水面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</a:rPr>
              <a:t>广东智慧水产养殖市场年增速12-15%，当前渗透率不足3%——最佳入场时机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三条收入线并行，抵抗单一风险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52000"/>
            <a:ext cx="3657600" cy="4114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24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B2B硬件+订阅
（60%）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200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标准版套餐：15000+6000/年
中型养殖户（20-100亩）
毛利率40%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52000"/>
            <a:ext cx="3657600" cy="4114800"/>
          </a:xfrm>
          <a:prstGeom prst="roundRect">
            <a:avLst/>
          </a:prstGeom>
          <a:solidFill>
            <a:srgbClr val="704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24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G端政府项目
（25%）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6200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单个项目：20-100万元
智慧农业政府采购
湛江市/阳江市/珠海市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52000"/>
            <a:ext cx="3657600" cy="4114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24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副产物加工
（15%）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200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壳聚糖：3-15万/吨
甲壳素：2-8万/吨
毛利率50-70%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</a:rPr>
              <a:t>LTV/CAC = 9倍（健康水平 &gt; 3倍）| 盈亏平衡仅需55个客户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技术壁垒 × 政策对接 × 数据护城河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80000"/>
            <a:ext cx="5669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80000"/>
            <a:ext cx="164592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20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171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</a:rPr>
              <a:t>海水养殖专用AI模型
非通用模型
提前12小时预警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7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vs 竞品仅展示数据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80000"/>
            <a:ext cx="5669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80000"/>
            <a:ext cx="164592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20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软硬一体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171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</a:rPr>
              <a:t>IP68防腐传感器+边缘计算
+ SaaS软件+App
完整闭环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17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vs 竞品仅有硬件或仅有软件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91680"/>
            <a:ext cx="5669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091680"/>
            <a:ext cx="164592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73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场景深耕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1831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</a:rPr>
              <a:t>1200+塘口数据积累
3000万+条水质记录
3-5年追赶壁垒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18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vs 大厂通用方案无法深度适配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91680"/>
            <a:ext cx="5669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91680"/>
            <a:ext cx="164592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73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政府资源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1831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</a:rPr>
              <a:t>已纳入省级智慧农业目录
湛江市/阳江市合作意向
政策壁垒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18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vs 创业公司难以快速进入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运营数据与里程碑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扎实推进，验证PMF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AI预警准确率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2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5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设备月在线率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62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5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0800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客户6个月留存率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62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5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8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27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参观转化付费率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3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55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8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27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NPS净推荐值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3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55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18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27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LTV/CAC比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73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&gt; 9x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55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AD47"/>
                </a:solidFill>
              </a:rPr>
              <a:t>目标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融资需求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300万天使轮 · 估值1500万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800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1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资金用途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96000"/>
            <a:ext cx="4114800" cy="731520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3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硬件研发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38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</a:rPr>
              <a:t>120万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433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10400"/>
            <a:ext cx="4114800" cy="731520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4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团队扩充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30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</a:rPr>
              <a:t>75万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4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24800"/>
            <a:ext cx="4114800" cy="731520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61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市场推广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1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</a:rPr>
              <a:t>60万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6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9200"/>
            <a:ext cx="4114800" cy="731520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6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运营周转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13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</a:rPr>
              <a:t>45万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76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15%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80000"/>
            <a:ext cx="5669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116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融资条款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29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融资阶段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57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天使轮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29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目标金额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57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300万元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1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投前估值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8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1500万元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1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出让股权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8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16.67%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2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融资时机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39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2025 Q1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12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目标退出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39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5-7年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跨学科复合型创业团队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80000"/>
            <a:ext cx="3474720" cy="4389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5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3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陈海（化名）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48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华南农业大学
AI/海洋科学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D7D31"/>
                </a:solidFill>
              </a:rPr>
              <a:t>ENTP探索者型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技术战略·产品方向·融资路演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080000"/>
            <a:ext cx="3474720" cy="43891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15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33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李强（化名）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548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广东海洋大学
水产养殖学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D7D31"/>
                </a:solidFill>
              </a:rPr>
              <a:t>ESTJ组织者型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5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政府关系·运营管理·政策申报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080000"/>
            <a:ext cx="3474720" cy="4389120"/>
          </a:xfrm>
          <a:prstGeom prst="roundRect">
            <a:avLst/>
          </a:prstGeom>
          <a:solidFill>
            <a:srgbClr val="704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15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33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王明（化名）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548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中山大学
农业经济管理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8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D7D31"/>
                </a:solidFill>
              </a:rPr>
              <a:t>INTJ分析师型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05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财务建模·供应链·渠道谈判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340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顾问委员会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8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海水养殖顾问：广东海洋大学水产学院教授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48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农业科技顾问：华南农业大学智慧农业研究中心研究员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8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法律财务：创业孵化器驻场顾问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8000"/>
            <a:ext cx="10972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发展愿景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0000"/>
            <a:ext cx="1097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1年 → 3年 → 5年路线图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88952" cy="5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0"/>
            <a:ext cx="12188952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903720"/>
            <a:ext cx="7315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海韵智耕 · AI智慧渔农共生项目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903720"/>
            <a:ext cx="914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80000"/>
            <a:ext cx="3657600" cy="4389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5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第1年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6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</a:rPr>
              <a:t>活过创业期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4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付费客户50个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0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年营收150万+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62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AI准确率&gt;85%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19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5个示范基地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76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天使轮到位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80000"/>
            <a:ext cx="3657600" cy="4389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15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第3年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36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</a:rPr>
              <a:t>广东市场领先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54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付费客户500个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00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年营收2700万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462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副产物产线投产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919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进入广西/福建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376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A轮/B轮融资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080000"/>
            <a:ext cx="3657600" cy="4389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15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第5年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36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</a:rPr>
              <a:t>华南农业AI龙头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548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付费客户5000+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00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年营收1亿+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62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四省市场覆盖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919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省级产业园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76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Pre-IPO筹备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1F4E79"/>
                </a:solidFill>
              </a:rPr>
              <a:t>"用AI守护每一亩虾塘，用科技振兴每一寸盐碱地"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